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s" initials="A" lastIdx="1" clrIdx="0">
    <p:extLst>
      <p:ext uri="{19B8F6BF-5375-455C-9EA6-DF929625EA0E}">
        <p15:presenceInfo xmlns:p15="http://schemas.microsoft.com/office/powerpoint/2012/main" userId="Andre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E29BC-1382-45B1-9B68-3E234CD249D1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21590-2774-4EF7-8099-44B17F866E4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6219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För rabatter kan man använda en </a:t>
            </a:r>
            <a:r>
              <a:rPr lang="sv-SE" dirty="0" err="1"/>
              <a:t>dictionary</a:t>
            </a:r>
            <a:r>
              <a:rPr lang="sv-SE" dirty="0"/>
              <a:t>?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1590-2774-4EF7-8099-44B17F866E40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9586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8FF110-4A62-4EBA-A3BA-90ADC6371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8CF039B-888C-46AB-A93B-4D26E3A19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457EEBB-51E6-4412-9DE1-65EC0D019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74A552C-0DD4-4A77-A896-F02CB811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F6CBED7-69E6-43BF-9F98-1993FA03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9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A990CCD-8498-4B8A-9FF7-CF36B6DF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275D4A0-5296-4DEC-81F9-BA8745691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A189203-1B22-4522-91A3-40B1904E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5F60EB2-8FFB-4C41-B908-B7EF3D57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9D8396B-74EF-40A8-8C04-1DAF9610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732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5F88217-7A97-4B09-9DBF-44CEFCE4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FAABBB8-7F06-467A-A0FD-8380BDFAE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AC25A4D-FD6A-45F9-A493-AACD4EC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58F9E94-6D1E-4781-A5D1-F3FD9CE1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93D0BFA-1162-4C83-BB95-7987D0E0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80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EF9DAE-A78E-4D82-AE93-C809193C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666BFEF-64E4-43ED-B93A-8DFA4467E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267705F-7861-463B-9E3B-B102C2511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D68CB89-6FDE-4969-A059-6C6B7F7E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967BB09-3DF7-4BDC-9449-010F8789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3C4ACC50-0840-4F3F-87CD-A450BA24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925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120C6B0-3DE8-47D7-8EED-FA8F0A51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49B6417-B35A-444D-8A07-1AAFEA643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486A4E5C-4366-42CC-9F2C-DE2618BA1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57C4A78-2198-4B24-9E70-B3684F01A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76B30421-A6DA-4F33-B828-8CD45FBC2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625D62FF-460B-481E-97C9-E72DF4C1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1BB9D308-AA8A-43E3-94D0-BB313201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6B0F2458-85C6-4911-BEEB-E46BF5C1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445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846EF63-2F21-430C-895D-136865EF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C8D974A-A1D8-4AF7-B5B3-B37D7FBD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73C4006-B237-4195-9D1C-96D7F1BB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2FACA5C-87E7-4C93-B569-868F92F8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4300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0B2281A-B536-4A22-9CF4-03B705C6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BB6F250-E688-476A-95A4-CD5EC13C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50F0646-E3CF-4325-920E-2510E44D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710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324639-7D28-4E48-9A5D-D3B4CAAD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196CA6B-9D46-4893-B596-BF11FE5BE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89BEB41-B26C-41F8-A099-9EB0531CD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034DC72-E556-4112-B23C-AAA7F932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669B358-E6AB-4B0B-BEE2-5B1180B4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EAC816F-B126-4953-B9F6-44EB0BA7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060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38C43C9-1F83-4C32-8D0C-12A4DFDFB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E405BC0F-C69F-4F26-A9C9-D6ECBF3CA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38AF1DB-A12E-4B5D-ABAB-3AB0DDA3C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6D922DA-84A4-401E-A6BA-C9B0B2C2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0E5E3DD-9141-4F1B-B580-28045054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56C47D5-0EC6-4F59-8FF1-6161A3A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747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E029242-937A-47C3-A9E8-AA899157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F0353F8D-BCD9-48C9-A3B9-F9E714D67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BAF6ECA-C1FB-4D6A-8144-D3DBA0CD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721F883-780D-4097-9A58-37A75B16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7B250DF-3BF3-4E26-87C0-6852FDF6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912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DB115450-6033-4E0A-9821-BB3160505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F28EC8A-DA14-4B88-ADAD-1242C7283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BB69C10-F334-4829-90C8-6A1A4A65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FB593C6-1883-4EDC-8F15-1045D79C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E7F7203-E5F7-45AF-AFB0-F62D48A8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832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727F76F-F451-470F-9C48-FA6F1E55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991FA02-8577-452C-92ED-FF54F5EE9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C299ED4-0FC9-40B0-83A7-78F64C78E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FB357-61D1-43BF-9C29-9ACE6B850515}" type="datetimeFigureOut">
              <a:rPr lang="sv-SE" smtClean="0"/>
              <a:t>2019-10-23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CD64447-DE61-4EAE-8888-24C6E25AB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644F0AD-941A-48A4-A4AA-D634E3FC7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87313-13D9-4526-AD71-F7313097ED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038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522E9F84-74BE-45DA-A9A4-6E05D9F8D3DB}"/>
              </a:ext>
            </a:extLst>
          </p:cNvPr>
          <p:cNvSpPr/>
          <p:nvPr/>
        </p:nvSpPr>
        <p:spPr>
          <a:xfrm>
            <a:off x="10442222" y="5949245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Admin</a:t>
            </a:r>
            <a:endParaRPr lang="sv-SE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362A51D-A09F-4F61-872C-009BB463C5BC}"/>
              </a:ext>
            </a:extLst>
          </p:cNvPr>
          <p:cNvSpPr/>
          <p:nvPr/>
        </p:nvSpPr>
        <p:spPr>
          <a:xfrm>
            <a:off x="6716888" y="990683"/>
            <a:ext cx="5328355" cy="474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Combo Box: kundvagn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3F5C000-F10A-4E8A-A645-FC39B39A5D95}"/>
              </a:ext>
            </a:extLst>
          </p:cNvPr>
          <p:cNvSpPr/>
          <p:nvPr/>
        </p:nvSpPr>
        <p:spPr>
          <a:xfrm>
            <a:off x="146757" y="141111"/>
            <a:ext cx="11898488" cy="13237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Välkommen till vår butik!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9891242-F589-4D7B-A9D1-0AC3D1886EEC}"/>
              </a:ext>
            </a:extLst>
          </p:cNvPr>
          <p:cNvSpPr/>
          <p:nvPr/>
        </p:nvSpPr>
        <p:spPr>
          <a:xfrm>
            <a:off x="18196" y="1704896"/>
            <a:ext cx="8988366" cy="499462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73E2228-8B71-49F4-867D-52B03B8E7E46}"/>
              </a:ext>
            </a:extLst>
          </p:cNvPr>
          <p:cNvSpPr/>
          <p:nvPr/>
        </p:nvSpPr>
        <p:spPr>
          <a:xfrm>
            <a:off x="10442221" y="5075726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Hantera kundvagn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740C0E7-7F45-48CE-B246-E60BDB4EE2D5}"/>
              </a:ext>
            </a:extLst>
          </p:cNvPr>
          <p:cNvSpPr/>
          <p:nvPr/>
        </p:nvSpPr>
        <p:spPr>
          <a:xfrm>
            <a:off x="10442221" y="4202207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Köp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A4CCBA9-76E0-465E-98D9-A701467426FE}"/>
              </a:ext>
            </a:extLst>
          </p:cNvPr>
          <p:cNvSpPr/>
          <p:nvPr/>
        </p:nvSpPr>
        <p:spPr>
          <a:xfrm>
            <a:off x="574967" y="1899822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Strat, röd, 10000:-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5ADE22F-63EE-4995-9A2F-0524E7C8D767}"/>
              </a:ext>
            </a:extLst>
          </p:cNvPr>
          <p:cNvSpPr/>
          <p:nvPr/>
        </p:nvSpPr>
        <p:spPr>
          <a:xfrm>
            <a:off x="574967" y="2618913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Tele, vit, 12000:-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2F2916A3-6E8C-4084-9800-7B3DCE55C922}"/>
              </a:ext>
            </a:extLst>
          </p:cNvPr>
          <p:cNvSpPr/>
          <p:nvPr/>
        </p:nvSpPr>
        <p:spPr>
          <a:xfrm>
            <a:off x="574966" y="3338004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Gibson Les Paul, </a:t>
            </a:r>
            <a:r>
              <a:rPr lang="sv-SE" dirty="0" err="1"/>
              <a:t>Sunburst</a:t>
            </a:r>
            <a:r>
              <a:rPr lang="sv-SE" dirty="0"/>
              <a:t>, 15000:-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42D2BA0D-1A96-4D3A-AEC0-DAA386D6BAEB}"/>
              </a:ext>
            </a:extLst>
          </p:cNvPr>
          <p:cNvSpPr/>
          <p:nvPr/>
        </p:nvSpPr>
        <p:spPr>
          <a:xfrm>
            <a:off x="6802833" y="1899822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Lägg till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11F63144-C7DA-420C-8D17-739E2BA88103}"/>
              </a:ext>
            </a:extLst>
          </p:cNvPr>
          <p:cNvSpPr/>
          <p:nvPr/>
        </p:nvSpPr>
        <p:spPr>
          <a:xfrm>
            <a:off x="4935984" y="2618913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Lägg till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76471540-6A2D-4272-BC7C-06C37A39EBBD}"/>
              </a:ext>
            </a:extLst>
          </p:cNvPr>
          <p:cNvSpPr/>
          <p:nvPr/>
        </p:nvSpPr>
        <p:spPr>
          <a:xfrm>
            <a:off x="4935984" y="3338003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Lägg till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213A52DA-1D4D-4C79-A8AA-874015318D50}"/>
              </a:ext>
            </a:extLst>
          </p:cNvPr>
          <p:cNvSpPr/>
          <p:nvPr/>
        </p:nvSpPr>
        <p:spPr>
          <a:xfrm>
            <a:off x="574966" y="4057095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Ibanez RG, svart, 7000:-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1F71FC35-4687-46C1-9307-B495514CCDAE}"/>
              </a:ext>
            </a:extLst>
          </p:cNvPr>
          <p:cNvSpPr/>
          <p:nvPr/>
        </p:nvSpPr>
        <p:spPr>
          <a:xfrm>
            <a:off x="4935984" y="4037587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Lägg till</a:t>
            </a: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FF78EEC3-F706-46FE-BD2B-F26BE5A4534B}"/>
              </a:ext>
            </a:extLst>
          </p:cNvPr>
          <p:cNvSpPr/>
          <p:nvPr/>
        </p:nvSpPr>
        <p:spPr>
          <a:xfrm>
            <a:off x="5971621" y="1904856"/>
            <a:ext cx="248758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+ </a:t>
            </a: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FB112348-0398-4869-B411-E51F1DD5AA9B}"/>
              </a:ext>
            </a:extLst>
          </p:cNvPr>
          <p:cNvSpPr/>
          <p:nvPr/>
        </p:nvSpPr>
        <p:spPr>
          <a:xfrm>
            <a:off x="6367515" y="1899822"/>
            <a:ext cx="248758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- </a:t>
            </a:r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72D197D7-4455-42BE-BCD1-290133C57577}"/>
              </a:ext>
            </a:extLst>
          </p:cNvPr>
          <p:cNvSpPr/>
          <p:nvPr/>
        </p:nvSpPr>
        <p:spPr>
          <a:xfrm>
            <a:off x="4946072" y="1904809"/>
            <a:ext cx="892273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”antal”</a:t>
            </a:r>
          </a:p>
          <a:p>
            <a:pPr algn="ctr"/>
            <a:r>
              <a:rPr lang="sv-SE" dirty="0" err="1"/>
              <a:t>textbox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7420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522E9F84-74BE-45DA-A9A4-6E05D9F8D3DB}"/>
              </a:ext>
            </a:extLst>
          </p:cNvPr>
          <p:cNvSpPr/>
          <p:nvPr/>
        </p:nvSpPr>
        <p:spPr>
          <a:xfrm>
            <a:off x="10442222" y="5949245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Admin</a:t>
            </a:r>
            <a:endParaRPr lang="sv-SE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362A51D-A09F-4F61-872C-009BB463C5BC}"/>
              </a:ext>
            </a:extLst>
          </p:cNvPr>
          <p:cNvSpPr/>
          <p:nvPr/>
        </p:nvSpPr>
        <p:spPr>
          <a:xfrm>
            <a:off x="6716888" y="990683"/>
            <a:ext cx="5328355" cy="474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Combo Box: kundvagn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3F5C000-F10A-4E8A-A645-FC39B39A5D95}"/>
              </a:ext>
            </a:extLst>
          </p:cNvPr>
          <p:cNvSpPr/>
          <p:nvPr/>
        </p:nvSpPr>
        <p:spPr>
          <a:xfrm>
            <a:off x="146757" y="141111"/>
            <a:ext cx="11898488" cy="13237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Hantera Kundvagn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9891242-F589-4D7B-A9D1-0AC3D1886EEC}"/>
              </a:ext>
            </a:extLst>
          </p:cNvPr>
          <p:cNvSpPr/>
          <p:nvPr/>
        </p:nvSpPr>
        <p:spPr>
          <a:xfrm>
            <a:off x="146757" y="1722268"/>
            <a:ext cx="8988366" cy="499462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73E2228-8B71-49F4-867D-52B03B8E7E46}"/>
              </a:ext>
            </a:extLst>
          </p:cNvPr>
          <p:cNvSpPr/>
          <p:nvPr/>
        </p:nvSpPr>
        <p:spPr>
          <a:xfrm>
            <a:off x="10442221" y="5075726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Hantera kundvagn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740C0E7-7F45-48CE-B246-E60BDB4EE2D5}"/>
              </a:ext>
            </a:extLst>
          </p:cNvPr>
          <p:cNvSpPr/>
          <p:nvPr/>
        </p:nvSpPr>
        <p:spPr>
          <a:xfrm>
            <a:off x="10442221" y="4202207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Köp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A4CCBA9-76E0-465E-98D9-A701467426FE}"/>
              </a:ext>
            </a:extLst>
          </p:cNvPr>
          <p:cNvSpPr/>
          <p:nvPr/>
        </p:nvSpPr>
        <p:spPr>
          <a:xfrm>
            <a:off x="574967" y="2694978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Strat, röd, 10000:-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5ADE22F-63EE-4995-9A2F-0524E7C8D767}"/>
              </a:ext>
            </a:extLst>
          </p:cNvPr>
          <p:cNvSpPr/>
          <p:nvPr/>
        </p:nvSpPr>
        <p:spPr>
          <a:xfrm>
            <a:off x="574967" y="3436262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Tele, vit, 12000:-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AA9423E3-C4D5-413A-863E-C0121FD3649B}"/>
              </a:ext>
            </a:extLst>
          </p:cNvPr>
          <p:cNvSpPr/>
          <p:nvPr/>
        </p:nvSpPr>
        <p:spPr>
          <a:xfrm>
            <a:off x="574966" y="1953694"/>
            <a:ext cx="4065973" cy="5415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Din kundvagn innehåller:</a:t>
            </a: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5EDFD769-30E6-4763-9BBA-8162B7740D1D}"/>
              </a:ext>
            </a:extLst>
          </p:cNvPr>
          <p:cNvSpPr/>
          <p:nvPr/>
        </p:nvSpPr>
        <p:spPr>
          <a:xfrm>
            <a:off x="4935984" y="2694977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</a:t>
            </a: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8FDC03ED-5A0C-4396-A32E-856C622428F7}"/>
              </a:ext>
            </a:extLst>
          </p:cNvPr>
          <p:cNvSpPr/>
          <p:nvPr/>
        </p:nvSpPr>
        <p:spPr>
          <a:xfrm>
            <a:off x="4935984" y="3436262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</a:t>
            </a: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8A42F9AF-A84E-468B-B522-1A34A1FAC83B}"/>
              </a:ext>
            </a:extLst>
          </p:cNvPr>
          <p:cNvSpPr/>
          <p:nvPr/>
        </p:nvSpPr>
        <p:spPr>
          <a:xfrm>
            <a:off x="7384139" y="5843370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Spara kundvagn</a:t>
            </a:r>
          </a:p>
        </p:txBody>
      </p:sp>
    </p:spTree>
    <p:extLst>
      <p:ext uri="{BB962C8B-B14F-4D97-AF65-F5344CB8AC3E}">
        <p14:creationId xmlns:p14="http://schemas.microsoft.com/office/powerpoint/2010/main" val="81285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522E9F84-74BE-45DA-A9A4-6E05D9F8D3DB}"/>
              </a:ext>
            </a:extLst>
          </p:cNvPr>
          <p:cNvSpPr/>
          <p:nvPr/>
        </p:nvSpPr>
        <p:spPr>
          <a:xfrm>
            <a:off x="10442222" y="5949245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Admin</a:t>
            </a:r>
            <a:endParaRPr lang="sv-SE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362A51D-A09F-4F61-872C-009BB463C5BC}"/>
              </a:ext>
            </a:extLst>
          </p:cNvPr>
          <p:cNvSpPr/>
          <p:nvPr/>
        </p:nvSpPr>
        <p:spPr>
          <a:xfrm>
            <a:off x="6716888" y="990683"/>
            <a:ext cx="5328355" cy="474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Combo Box: kundvagn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3F5C000-F10A-4E8A-A645-FC39B39A5D95}"/>
              </a:ext>
            </a:extLst>
          </p:cNvPr>
          <p:cNvSpPr/>
          <p:nvPr/>
        </p:nvSpPr>
        <p:spPr>
          <a:xfrm>
            <a:off x="146757" y="141111"/>
            <a:ext cx="11898488" cy="13237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Admin</a:t>
            </a:r>
            <a:endParaRPr lang="sv-SE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9891242-F589-4D7B-A9D1-0AC3D1886EEC}"/>
              </a:ext>
            </a:extLst>
          </p:cNvPr>
          <p:cNvSpPr/>
          <p:nvPr/>
        </p:nvSpPr>
        <p:spPr>
          <a:xfrm>
            <a:off x="146757" y="1722268"/>
            <a:ext cx="8988366" cy="499462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73E2228-8B71-49F4-867D-52B03B8E7E46}"/>
              </a:ext>
            </a:extLst>
          </p:cNvPr>
          <p:cNvSpPr/>
          <p:nvPr/>
        </p:nvSpPr>
        <p:spPr>
          <a:xfrm>
            <a:off x="10442221" y="5075726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Hantera kundvagn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740C0E7-7F45-48CE-B246-E60BDB4EE2D5}"/>
              </a:ext>
            </a:extLst>
          </p:cNvPr>
          <p:cNvSpPr/>
          <p:nvPr/>
        </p:nvSpPr>
        <p:spPr>
          <a:xfrm>
            <a:off x="10442221" y="4202207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Köp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A4CCBA9-76E0-465E-98D9-A701467426FE}"/>
              </a:ext>
            </a:extLst>
          </p:cNvPr>
          <p:cNvSpPr/>
          <p:nvPr/>
        </p:nvSpPr>
        <p:spPr>
          <a:xfrm>
            <a:off x="574964" y="2618913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Strat, röd, 10000:-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5ADE22F-63EE-4995-9A2F-0524E7C8D767}"/>
              </a:ext>
            </a:extLst>
          </p:cNvPr>
          <p:cNvSpPr/>
          <p:nvPr/>
        </p:nvSpPr>
        <p:spPr>
          <a:xfrm>
            <a:off x="574964" y="3314057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Tele, vit, 12000:-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2F2916A3-6E8C-4084-9800-7B3DCE55C922}"/>
              </a:ext>
            </a:extLst>
          </p:cNvPr>
          <p:cNvSpPr/>
          <p:nvPr/>
        </p:nvSpPr>
        <p:spPr>
          <a:xfrm>
            <a:off x="574964" y="4037587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Gibson Les Paul, </a:t>
            </a:r>
            <a:r>
              <a:rPr lang="sv-SE" dirty="0" err="1"/>
              <a:t>Sunburst</a:t>
            </a:r>
            <a:r>
              <a:rPr lang="sv-SE" dirty="0"/>
              <a:t>, 15000:-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42D2BA0D-1A96-4D3A-AEC0-DAA386D6BAEB}"/>
              </a:ext>
            </a:extLst>
          </p:cNvPr>
          <p:cNvSpPr/>
          <p:nvPr/>
        </p:nvSpPr>
        <p:spPr>
          <a:xfrm>
            <a:off x="4935984" y="4756677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11F63144-C7DA-420C-8D17-739E2BA88103}"/>
              </a:ext>
            </a:extLst>
          </p:cNvPr>
          <p:cNvSpPr/>
          <p:nvPr/>
        </p:nvSpPr>
        <p:spPr>
          <a:xfrm>
            <a:off x="4935984" y="2618913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76471540-6A2D-4272-BC7C-06C37A39EBBD}"/>
              </a:ext>
            </a:extLst>
          </p:cNvPr>
          <p:cNvSpPr/>
          <p:nvPr/>
        </p:nvSpPr>
        <p:spPr>
          <a:xfrm>
            <a:off x="4935984" y="3338003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213A52DA-1D4D-4C79-A8AA-874015318D50}"/>
              </a:ext>
            </a:extLst>
          </p:cNvPr>
          <p:cNvSpPr/>
          <p:nvPr/>
        </p:nvSpPr>
        <p:spPr>
          <a:xfrm>
            <a:off x="574964" y="4756678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Ibanez RG, svart, 7000:-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1F71FC35-4687-46C1-9307-B495514CCDAE}"/>
              </a:ext>
            </a:extLst>
          </p:cNvPr>
          <p:cNvSpPr/>
          <p:nvPr/>
        </p:nvSpPr>
        <p:spPr>
          <a:xfrm>
            <a:off x="4935984" y="4037587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F165432C-6FDE-4B96-9792-B3360DA8DF7B}"/>
              </a:ext>
            </a:extLst>
          </p:cNvPr>
          <p:cNvSpPr/>
          <p:nvPr/>
        </p:nvSpPr>
        <p:spPr>
          <a:xfrm>
            <a:off x="574964" y="1895383"/>
            <a:ext cx="4065973" cy="5415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Sortiment: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6119E950-CE58-45C5-B034-73EBB837913C}"/>
              </a:ext>
            </a:extLst>
          </p:cNvPr>
          <p:cNvSpPr/>
          <p:nvPr/>
        </p:nvSpPr>
        <p:spPr>
          <a:xfrm>
            <a:off x="4935984" y="5475767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Lägg till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BC23014F-8161-4562-84F8-F4179A64E308}"/>
              </a:ext>
            </a:extLst>
          </p:cNvPr>
          <p:cNvSpPr/>
          <p:nvPr/>
        </p:nvSpPr>
        <p:spPr>
          <a:xfrm>
            <a:off x="6498454" y="1895383"/>
            <a:ext cx="2488704" cy="405386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0EF1BB80-CDFD-44C4-A6B8-FC2D2420EDB9}"/>
              </a:ext>
            </a:extLst>
          </p:cNvPr>
          <p:cNvSpPr/>
          <p:nvPr/>
        </p:nvSpPr>
        <p:spPr>
          <a:xfrm>
            <a:off x="6578353" y="2139518"/>
            <a:ext cx="2334828" cy="4793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Aktuella rabattkoder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9966EEAB-550E-4C7B-9CA0-248DB9CEE77A}"/>
              </a:ext>
            </a:extLst>
          </p:cNvPr>
          <p:cNvSpPr/>
          <p:nvPr/>
        </p:nvSpPr>
        <p:spPr>
          <a:xfrm>
            <a:off x="6578353" y="2850773"/>
            <a:ext cx="1228626" cy="3195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abc123</a:t>
            </a: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18C60A5E-8BEA-48AD-9AF1-FE75F817FE8F}"/>
              </a:ext>
            </a:extLst>
          </p:cNvPr>
          <p:cNvSpPr/>
          <p:nvPr/>
        </p:nvSpPr>
        <p:spPr>
          <a:xfrm>
            <a:off x="6588161" y="3394393"/>
            <a:ext cx="1228627" cy="3195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student19</a:t>
            </a: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0C205197-A3DE-455F-9285-7C2FAF9035DC}"/>
              </a:ext>
            </a:extLst>
          </p:cNvPr>
          <p:cNvSpPr/>
          <p:nvPr/>
        </p:nvSpPr>
        <p:spPr>
          <a:xfrm>
            <a:off x="6498454" y="6017304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Lägg till kod</a:t>
            </a: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6C012F62-C5E3-4CDE-9919-A2A9F896C360}"/>
              </a:ext>
            </a:extLst>
          </p:cNvPr>
          <p:cNvSpPr/>
          <p:nvPr/>
        </p:nvSpPr>
        <p:spPr>
          <a:xfrm>
            <a:off x="7816788" y="6016596"/>
            <a:ext cx="1160016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 bort kod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21B6ED7-ADDF-4F22-BB6E-41BB21770A60}"/>
              </a:ext>
            </a:extLst>
          </p:cNvPr>
          <p:cNvSpPr/>
          <p:nvPr/>
        </p:nvSpPr>
        <p:spPr>
          <a:xfrm>
            <a:off x="8038729" y="2851814"/>
            <a:ext cx="874452" cy="3263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-100</a:t>
            </a:r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38CB4F1E-E94C-4094-BE69-2AEF8B6D64C7}"/>
              </a:ext>
            </a:extLst>
          </p:cNvPr>
          <p:cNvSpPr/>
          <p:nvPr/>
        </p:nvSpPr>
        <p:spPr>
          <a:xfrm>
            <a:off x="8033111" y="3387598"/>
            <a:ext cx="874452" cy="3263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-500</a:t>
            </a:r>
          </a:p>
        </p:txBody>
      </p:sp>
    </p:spTree>
    <p:extLst>
      <p:ext uri="{BB962C8B-B14F-4D97-AF65-F5344CB8AC3E}">
        <p14:creationId xmlns:p14="http://schemas.microsoft.com/office/powerpoint/2010/main" val="377806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522E9F84-74BE-45DA-A9A4-6E05D9F8D3DB}"/>
              </a:ext>
            </a:extLst>
          </p:cNvPr>
          <p:cNvSpPr/>
          <p:nvPr/>
        </p:nvSpPr>
        <p:spPr>
          <a:xfrm>
            <a:off x="10442222" y="5949245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Admin</a:t>
            </a:r>
            <a:endParaRPr lang="sv-SE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362A51D-A09F-4F61-872C-009BB463C5BC}"/>
              </a:ext>
            </a:extLst>
          </p:cNvPr>
          <p:cNvSpPr/>
          <p:nvPr/>
        </p:nvSpPr>
        <p:spPr>
          <a:xfrm>
            <a:off x="6716888" y="990683"/>
            <a:ext cx="5328355" cy="474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Combo Box: kundvagn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3F5C000-F10A-4E8A-A645-FC39B39A5D95}"/>
              </a:ext>
            </a:extLst>
          </p:cNvPr>
          <p:cNvSpPr/>
          <p:nvPr/>
        </p:nvSpPr>
        <p:spPr>
          <a:xfrm>
            <a:off x="146757" y="141111"/>
            <a:ext cx="11898488" cy="13237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Köp!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9891242-F589-4D7B-A9D1-0AC3D1886EEC}"/>
              </a:ext>
            </a:extLst>
          </p:cNvPr>
          <p:cNvSpPr/>
          <p:nvPr/>
        </p:nvSpPr>
        <p:spPr>
          <a:xfrm>
            <a:off x="146756" y="1724487"/>
            <a:ext cx="8988366" cy="499462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73E2228-8B71-49F4-867D-52B03B8E7E46}"/>
              </a:ext>
            </a:extLst>
          </p:cNvPr>
          <p:cNvSpPr/>
          <p:nvPr/>
        </p:nvSpPr>
        <p:spPr>
          <a:xfrm>
            <a:off x="10442221" y="5075726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Hantera kundvagn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740C0E7-7F45-48CE-B246-E60BDB4EE2D5}"/>
              </a:ext>
            </a:extLst>
          </p:cNvPr>
          <p:cNvSpPr/>
          <p:nvPr/>
        </p:nvSpPr>
        <p:spPr>
          <a:xfrm>
            <a:off x="10442221" y="4202207"/>
            <a:ext cx="1603022" cy="767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Köp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A4CCBA9-76E0-465E-98D9-A701467426FE}"/>
              </a:ext>
            </a:extLst>
          </p:cNvPr>
          <p:cNvSpPr/>
          <p:nvPr/>
        </p:nvSpPr>
        <p:spPr>
          <a:xfrm>
            <a:off x="574967" y="2694978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Strat, röd, 10000:-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5ADE22F-63EE-4995-9A2F-0524E7C8D767}"/>
              </a:ext>
            </a:extLst>
          </p:cNvPr>
          <p:cNvSpPr/>
          <p:nvPr/>
        </p:nvSpPr>
        <p:spPr>
          <a:xfrm>
            <a:off x="574967" y="3436262"/>
            <a:ext cx="4065973" cy="541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Fender Tele, vit, 12000:-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AA9423E3-C4D5-413A-863E-C0121FD3649B}"/>
              </a:ext>
            </a:extLst>
          </p:cNvPr>
          <p:cNvSpPr/>
          <p:nvPr/>
        </p:nvSpPr>
        <p:spPr>
          <a:xfrm>
            <a:off x="574966" y="1953694"/>
            <a:ext cx="4065973" cy="5415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Kvitto.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0CCD1332-5E85-4DD0-8C52-8CF5B7F03EFE}"/>
              </a:ext>
            </a:extLst>
          </p:cNvPr>
          <p:cNvSpPr/>
          <p:nvPr/>
        </p:nvSpPr>
        <p:spPr>
          <a:xfrm>
            <a:off x="4855042" y="5188779"/>
            <a:ext cx="4065973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Totalpris: 21500:-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DAF44C9C-237F-4503-B906-DA7994B7E2BE}"/>
              </a:ext>
            </a:extLst>
          </p:cNvPr>
          <p:cNvSpPr/>
          <p:nvPr/>
        </p:nvSpPr>
        <p:spPr>
          <a:xfrm>
            <a:off x="4855044" y="1953693"/>
            <a:ext cx="4065973" cy="5415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Fyll i </a:t>
            </a:r>
            <a:r>
              <a:rPr lang="sv-SE" dirty="0" err="1"/>
              <a:t>rabbatkod</a:t>
            </a:r>
            <a:r>
              <a:rPr lang="sv-SE" dirty="0"/>
              <a:t>: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914D8507-A159-4B1D-AFDC-92A184A08250}"/>
              </a:ext>
            </a:extLst>
          </p:cNvPr>
          <p:cNvSpPr/>
          <p:nvPr/>
        </p:nvSpPr>
        <p:spPr>
          <a:xfrm>
            <a:off x="4855043" y="2694978"/>
            <a:ext cx="4065973" cy="5415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”student19”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C52EF413-6425-4B14-960F-C9B7F38E6012}"/>
              </a:ext>
            </a:extLst>
          </p:cNvPr>
          <p:cNvSpPr/>
          <p:nvPr/>
        </p:nvSpPr>
        <p:spPr>
          <a:xfrm>
            <a:off x="7607431" y="3436262"/>
            <a:ext cx="1313585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Aktivera kod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1EED8FB7-058B-483F-88D1-03B88DF3168B}"/>
              </a:ext>
            </a:extLst>
          </p:cNvPr>
          <p:cNvSpPr/>
          <p:nvPr/>
        </p:nvSpPr>
        <p:spPr>
          <a:xfrm>
            <a:off x="4855042" y="5930063"/>
            <a:ext cx="4065973" cy="541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Bekräfta betalning</a:t>
            </a:r>
          </a:p>
        </p:txBody>
      </p:sp>
    </p:spTree>
    <p:extLst>
      <p:ext uri="{BB962C8B-B14F-4D97-AF65-F5344CB8AC3E}">
        <p14:creationId xmlns:p14="http://schemas.microsoft.com/office/powerpoint/2010/main" val="3416909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204</Words>
  <Application>Microsoft Office PowerPoint</Application>
  <PresentationFormat>Bredbild</PresentationFormat>
  <Paragraphs>65</Paragraphs>
  <Slides>4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Office-tema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Andreas</dc:creator>
  <cp:lastModifiedBy>Andreas</cp:lastModifiedBy>
  <cp:revision>15</cp:revision>
  <dcterms:created xsi:type="dcterms:W3CDTF">2019-10-23T03:53:28Z</dcterms:created>
  <dcterms:modified xsi:type="dcterms:W3CDTF">2019-10-23T10:00:19Z</dcterms:modified>
</cp:coreProperties>
</file>